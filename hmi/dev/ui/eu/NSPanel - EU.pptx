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3" r:id="rId3"/>
    <p:sldId id="261" r:id="rId4"/>
    <p:sldId id="262" r:id="rId5"/>
    <p:sldId id="259" r:id="rId6"/>
    <p:sldId id="256" r:id="rId7"/>
    <p:sldId id="257" r:id="rId8"/>
  </p:sldIdLst>
  <p:sldSz cx="4572000" cy="304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  <a:srgbClr val="FFFFFF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835F5B-ACBF-4DC6-BB0A-50D53BBEDC6B}" v="3" dt="2024-02-01T09:40:19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6" autoAdjust="0"/>
    <p:restoredTop sz="94660"/>
  </p:normalViewPr>
  <p:slideViewPr>
    <p:cSldViewPr snapToGrid="0">
      <p:cViewPr>
        <p:scale>
          <a:sx n="300" d="100"/>
          <a:sy n="300" d="100"/>
        </p:scale>
        <p:origin x="-408" y="-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ard Firmo" userId="a172d909a3b48d48" providerId="LiveId" clId="{C3835F5B-ACBF-4DC6-BB0A-50D53BBEDC6B}"/>
    <pc:docChg chg="undo custSel addSld delSld modSld">
      <pc:chgData name="Edward Firmo" userId="a172d909a3b48d48" providerId="LiveId" clId="{C3835F5B-ACBF-4DC6-BB0A-50D53BBEDC6B}" dt="2024-02-01T09:40:22.208" v="148" actId="47"/>
      <pc:docMkLst>
        <pc:docMk/>
      </pc:docMkLst>
      <pc:sldChg chg="addSp delSp modSp mod">
        <pc:chgData name="Edward Firmo" userId="a172d909a3b48d48" providerId="LiveId" clId="{C3835F5B-ACBF-4DC6-BB0A-50D53BBEDC6B}" dt="2024-02-01T09:40:12.424" v="145" actId="21"/>
        <pc:sldMkLst>
          <pc:docMk/>
          <pc:sldMk cId="481644452" sldId="257"/>
        </pc:sldMkLst>
        <pc:spChg chg="add del mod">
          <ac:chgData name="Edward Firmo" userId="a172d909a3b48d48" providerId="LiveId" clId="{C3835F5B-ACBF-4DC6-BB0A-50D53BBEDC6B}" dt="2024-02-01T09:40:12.424" v="145" actId="21"/>
          <ac:spMkLst>
            <pc:docMk/>
            <pc:sldMk cId="481644452" sldId="257"/>
            <ac:spMk id="2" creationId="{0EEB4A34-4813-8107-E073-E4629C1683CC}"/>
          </ac:spMkLst>
        </pc:spChg>
        <pc:spChg chg="add del mod">
          <ac:chgData name="Edward Firmo" userId="a172d909a3b48d48" providerId="LiveId" clId="{C3835F5B-ACBF-4DC6-BB0A-50D53BBEDC6B}" dt="2024-02-01T09:33:58.297" v="143" actId="478"/>
          <ac:spMkLst>
            <pc:docMk/>
            <pc:sldMk cId="481644452" sldId="257"/>
            <ac:spMk id="3" creationId="{98EBDE05-0AF3-BDFE-A8F3-6C2E9855ACA9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8" creationId="{3AA2A801-457E-87BC-3B72-3221D54F8E42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9" creationId="{24DB2494-D161-11FB-FEF7-ED748EE3D1BC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10" creationId="{1CCC58E7-7282-FD56-E454-66C5E99F52F2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11" creationId="{47405F33-FD0F-47B3-2587-54459381EDD9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12" creationId="{AAFC7E33-D819-6F1F-C512-78769358B8F7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13" creationId="{1BEB1FCC-0605-CCB8-FCC2-F243BE81FE92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14" creationId="{AD39C582-2955-B913-1E03-89D3A3C1A1C7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15" creationId="{7CF83176-637F-0E98-B9D6-2E62DA2474F1}"/>
          </ac:spMkLst>
        </pc:spChg>
      </pc:sldChg>
      <pc:sldChg chg="addSp delSp modSp mod">
        <pc:chgData name="Edward Firmo" userId="a172d909a3b48d48" providerId="LiveId" clId="{C3835F5B-ACBF-4DC6-BB0A-50D53BBEDC6B}" dt="2024-01-20T13:46:03.552" v="77" actId="21"/>
        <pc:sldMkLst>
          <pc:docMk/>
          <pc:sldMk cId="220686341" sldId="258"/>
        </pc:sldMkLst>
        <pc:picChg chg="add del mod">
          <ac:chgData name="Edward Firmo" userId="a172d909a3b48d48" providerId="LiveId" clId="{C3835F5B-ACBF-4DC6-BB0A-50D53BBEDC6B}" dt="2024-01-20T13:46:03.552" v="77" actId="21"/>
          <ac:picMkLst>
            <pc:docMk/>
            <pc:sldMk cId="220686341" sldId="258"/>
            <ac:picMk id="4" creationId="{EB3B1E87-E17C-0D6D-A107-8551E689D995}"/>
          </ac:picMkLst>
        </pc:picChg>
        <pc:picChg chg="add del mod">
          <ac:chgData name="Edward Firmo" userId="a172d909a3b48d48" providerId="LiveId" clId="{C3835F5B-ACBF-4DC6-BB0A-50D53BBEDC6B}" dt="2024-01-20T13:46:03.552" v="77" actId="21"/>
          <ac:picMkLst>
            <pc:docMk/>
            <pc:sldMk cId="220686341" sldId="258"/>
            <ac:picMk id="6" creationId="{A048324D-CEAA-4B79-887F-04F2E4407F88}"/>
          </ac:picMkLst>
        </pc:picChg>
        <pc:picChg chg="add del mod">
          <ac:chgData name="Edward Firmo" userId="a172d909a3b48d48" providerId="LiveId" clId="{C3835F5B-ACBF-4DC6-BB0A-50D53BBEDC6B}" dt="2024-01-20T13:46:03.552" v="77" actId="21"/>
          <ac:picMkLst>
            <pc:docMk/>
            <pc:sldMk cId="220686341" sldId="258"/>
            <ac:picMk id="8" creationId="{3B7B90AC-37C5-0824-FC54-7361D43AE22C}"/>
          </ac:picMkLst>
        </pc:picChg>
      </pc:sldChg>
      <pc:sldChg chg="addSp modSp add">
        <pc:chgData name="Edward Firmo" userId="a172d909a3b48d48" providerId="LiveId" clId="{C3835F5B-ACBF-4DC6-BB0A-50D53BBEDC6B}" dt="2024-01-20T13:46:11.800" v="79"/>
        <pc:sldMkLst>
          <pc:docMk/>
          <pc:sldMk cId="15377754" sldId="259"/>
        </pc:sldMkLst>
        <pc:picChg chg="add mod">
          <ac:chgData name="Edward Firmo" userId="a172d909a3b48d48" providerId="LiveId" clId="{C3835F5B-ACBF-4DC6-BB0A-50D53BBEDC6B}" dt="2024-01-20T13:46:11.800" v="79"/>
          <ac:picMkLst>
            <pc:docMk/>
            <pc:sldMk cId="15377754" sldId="259"/>
            <ac:picMk id="4" creationId="{EB3B1E87-E17C-0D6D-A107-8551E689D995}"/>
          </ac:picMkLst>
        </pc:picChg>
        <pc:picChg chg="add mod">
          <ac:chgData name="Edward Firmo" userId="a172d909a3b48d48" providerId="LiveId" clId="{C3835F5B-ACBF-4DC6-BB0A-50D53BBEDC6B}" dt="2024-01-20T13:46:11.800" v="79"/>
          <ac:picMkLst>
            <pc:docMk/>
            <pc:sldMk cId="15377754" sldId="259"/>
            <ac:picMk id="6" creationId="{A048324D-CEAA-4B79-887F-04F2E4407F88}"/>
          </ac:picMkLst>
        </pc:picChg>
        <pc:picChg chg="add mod">
          <ac:chgData name="Edward Firmo" userId="a172d909a3b48d48" providerId="LiveId" clId="{C3835F5B-ACBF-4DC6-BB0A-50D53BBEDC6B}" dt="2024-01-20T13:46:11.800" v="79"/>
          <ac:picMkLst>
            <pc:docMk/>
            <pc:sldMk cId="15377754" sldId="259"/>
            <ac:picMk id="8" creationId="{3B7B90AC-37C5-0824-FC54-7361D43AE22C}"/>
          </ac:picMkLst>
        </pc:picChg>
      </pc:sldChg>
      <pc:sldChg chg="new del">
        <pc:chgData name="Edward Firmo" userId="a172d909a3b48d48" providerId="LiveId" clId="{C3835F5B-ACBF-4DC6-BB0A-50D53BBEDC6B}" dt="2024-02-01T09:40:22.208" v="148" actId="47"/>
        <pc:sldMkLst>
          <pc:docMk/>
          <pc:sldMk cId="1430413120" sldId="260"/>
        </pc:sldMkLst>
      </pc:sldChg>
      <pc:sldChg chg="addSp modSp add">
        <pc:chgData name="Edward Firmo" userId="a172d909a3b48d48" providerId="LiveId" clId="{C3835F5B-ACBF-4DC6-BB0A-50D53BBEDC6B}" dt="2024-02-01T09:40:19.322" v="147"/>
        <pc:sldMkLst>
          <pc:docMk/>
          <pc:sldMk cId="2904208445" sldId="261"/>
        </pc:sldMkLst>
        <pc:spChg chg="add mod">
          <ac:chgData name="Edward Firmo" userId="a172d909a3b48d48" providerId="LiveId" clId="{C3835F5B-ACBF-4DC6-BB0A-50D53BBEDC6B}" dt="2024-02-01T09:40:19.322" v="147"/>
          <ac:spMkLst>
            <pc:docMk/>
            <pc:sldMk cId="2904208445" sldId="261"/>
            <ac:spMk id="3" creationId="{0EEB4A34-4813-8107-E073-E4629C1683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8828"/>
            <a:ext cx="3886200" cy="1061156"/>
          </a:xfrm>
        </p:spPr>
        <p:txBody>
          <a:bodyPr anchor="b"/>
          <a:lstStyle>
            <a:lvl1pPr algn="ctr">
              <a:defRPr sz="2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1600906"/>
            <a:ext cx="3429000" cy="735894"/>
          </a:xfrm>
        </p:spPr>
        <p:txBody>
          <a:bodyPr/>
          <a:lstStyle>
            <a:lvl1pPr marL="0" indent="0" algn="ctr">
              <a:buNone/>
              <a:defRPr sz="1067"/>
            </a:lvl1pPr>
            <a:lvl2pPr marL="203180" indent="0" algn="ctr">
              <a:buNone/>
              <a:defRPr sz="889"/>
            </a:lvl2pPr>
            <a:lvl3pPr marL="406359" indent="0" algn="ctr">
              <a:buNone/>
              <a:defRPr sz="800"/>
            </a:lvl3pPr>
            <a:lvl4pPr marL="609539" indent="0" algn="ctr">
              <a:buNone/>
              <a:defRPr sz="711"/>
            </a:lvl4pPr>
            <a:lvl5pPr marL="812719" indent="0" algn="ctr">
              <a:buNone/>
              <a:defRPr sz="711"/>
            </a:lvl5pPr>
            <a:lvl6pPr marL="1015898" indent="0" algn="ctr">
              <a:buNone/>
              <a:defRPr sz="711"/>
            </a:lvl6pPr>
            <a:lvl7pPr marL="1219078" indent="0" algn="ctr">
              <a:buNone/>
              <a:defRPr sz="711"/>
            </a:lvl7pPr>
            <a:lvl8pPr marL="1422258" indent="0" algn="ctr">
              <a:buNone/>
              <a:defRPr sz="711"/>
            </a:lvl8pPr>
            <a:lvl9pPr marL="1625437" indent="0" algn="ctr">
              <a:buNone/>
              <a:defRPr sz="71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68228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359423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5" y="759885"/>
            <a:ext cx="3943350" cy="1267883"/>
          </a:xfrm>
        </p:spPr>
        <p:txBody>
          <a:bodyPr anchor="b"/>
          <a:lstStyle>
            <a:lvl1pPr>
              <a:defRPr sz="2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5" y="2039762"/>
            <a:ext cx="3943350" cy="666750"/>
          </a:xfrm>
        </p:spPr>
        <p:txBody>
          <a:bodyPr/>
          <a:lstStyle>
            <a:lvl1pPr marL="0" indent="0">
              <a:buNone/>
              <a:defRPr sz="1067">
                <a:solidFill>
                  <a:schemeClr val="tx1"/>
                </a:solidFill>
              </a:defRPr>
            </a:lvl1pPr>
            <a:lvl2pPr marL="203180" indent="0">
              <a:buNone/>
              <a:defRPr sz="889">
                <a:solidFill>
                  <a:schemeClr val="tx1">
                    <a:tint val="75000"/>
                  </a:schemeClr>
                </a:solidFill>
              </a:defRPr>
            </a:lvl2pPr>
            <a:lvl3pPr marL="406359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09539" indent="0">
              <a:buNone/>
              <a:defRPr sz="711">
                <a:solidFill>
                  <a:schemeClr val="tx1">
                    <a:tint val="75000"/>
                  </a:schemeClr>
                </a:solidFill>
              </a:defRPr>
            </a:lvl4pPr>
            <a:lvl5pPr marL="812719" indent="0">
              <a:buNone/>
              <a:defRPr sz="711">
                <a:solidFill>
                  <a:schemeClr val="tx1">
                    <a:tint val="75000"/>
                  </a:schemeClr>
                </a:solidFill>
              </a:defRPr>
            </a:lvl5pPr>
            <a:lvl6pPr marL="1015898" indent="0">
              <a:buNone/>
              <a:defRPr sz="711">
                <a:solidFill>
                  <a:schemeClr val="tx1">
                    <a:tint val="75000"/>
                  </a:schemeClr>
                </a:solidFill>
              </a:defRPr>
            </a:lvl6pPr>
            <a:lvl7pPr marL="1219078" indent="0">
              <a:buNone/>
              <a:defRPr sz="711">
                <a:solidFill>
                  <a:schemeClr val="tx1">
                    <a:tint val="75000"/>
                  </a:schemeClr>
                </a:solidFill>
              </a:defRPr>
            </a:lvl7pPr>
            <a:lvl8pPr marL="1422258" indent="0">
              <a:buNone/>
              <a:defRPr sz="711">
                <a:solidFill>
                  <a:schemeClr val="tx1">
                    <a:tint val="75000"/>
                  </a:schemeClr>
                </a:solidFill>
              </a:defRPr>
            </a:lvl8pPr>
            <a:lvl9pPr marL="1625437" indent="0">
              <a:buNone/>
              <a:defRPr sz="7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34225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811389"/>
            <a:ext cx="1943100" cy="1933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811389"/>
            <a:ext cx="1943100" cy="1933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44821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62280"/>
            <a:ext cx="3943350" cy="5891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747185"/>
            <a:ext cx="1934171" cy="366183"/>
          </a:xfrm>
        </p:spPr>
        <p:txBody>
          <a:bodyPr anchor="b"/>
          <a:lstStyle>
            <a:lvl1pPr marL="0" indent="0">
              <a:buNone/>
              <a:defRPr sz="1067" b="1"/>
            </a:lvl1pPr>
            <a:lvl2pPr marL="203180" indent="0">
              <a:buNone/>
              <a:defRPr sz="889" b="1"/>
            </a:lvl2pPr>
            <a:lvl3pPr marL="406359" indent="0">
              <a:buNone/>
              <a:defRPr sz="800" b="1"/>
            </a:lvl3pPr>
            <a:lvl4pPr marL="609539" indent="0">
              <a:buNone/>
              <a:defRPr sz="711" b="1"/>
            </a:lvl4pPr>
            <a:lvl5pPr marL="812719" indent="0">
              <a:buNone/>
              <a:defRPr sz="711" b="1"/>
            </a:lvl5pPr>
            <a:lvl6pPr marL="1015898" indent="0">
              <a:buNone/>
              <a:defRPr sz="711" b="1"/>
            </a:lvl6pPr>
            <a:lvl7pPr marL="1219078" indent="0">
              <a:buNone/>
              <a:defRPr sz="711" b="1"/>
            </a:lvl7pPr>
            <a:lvl8pPr marL="1422258" indent="0">
              <a:buNone/>
              <a:defRPr sz="711" b="1"/>
            </a:lvl8pPr>
            <a:lvl9pPr marL="1625437" indent="0">
              <a:buNone/>
              <a:defRPr sz="7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113368"/>
            <a:ext cx="1934171" cy="1637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6" y="747185"/>
            <a:ext cx="1943696" cy="366183"/>
          </a:xfrm>
        </p:spPr>
        <p:txBody>
          <a:bodyPr anchor="b"/>
          <a:lstStyle>
            <a:lvl1pPr marL="0" indent="0">
              <a:buNone/>
              <a:defRPr sz="1067" b="1"/>
            </a:lvl1pPr>
            <a:lvl2pPr marL="203180" indent="0">
              <a:buNone/>
              <a:defRPr sz="889" b="1"/>
            </a:lvl2pPr>
            <a:lvl3pPr marL="406359" indent="0">
              <a:buNone/>
              <a:defRPr sz="800" b="1"/>
            </a:lvl3pPr>
            <a:lvl4pPr marL="609539" indent="0">
              <a:buNone/>
              <a:defRPr sz="711" b="1"/>
            </a:lvl4pPr>
            <a:lvl5pPr marL="812719" indent="0">
              <a:buNone/>
              <a:defRPr sz="711" b="1"/>
            </a:lvl5pPr>
            <a:lvl6pPr marL="1015898" indent="0">
              <a:buNone/>
              <a:defRPr sz="711" b="1"/>
            </a:lvl6pPr>
            <a:lvl7pPr marL="1219078" indent="0">
              <a:buNone/>
              <a:defRPr sz="711" b="1"/>
            </a:lvl7pPr>
            <a:lvl8pPr marL="1422258" indent="0">
              <a:buNone/>
              <a:defRPr sz="711" b="1"/>
            </a:lvl8pPr>
            <a:lvl9pPr marL="1625437" indent="0">
              <a:buNone/>
              <a:defRPr sz="7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6" y="1113368"/>
            <a:ext cx="1943696" cy="1637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93343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6742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96234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3" y="203200"/>
            <a:ext cx="1474589" cy="711200"/>
          </a:xfrm>
        </p:spPr>
        <p:txBody>
          <a:bodyPr anchor="b"/>
          <a:lstStyle>
            <a:lvl1pPr>
              <a:defRPr sz="14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438856"/>
            <a:ext cx="2314575" cy="2166056"/>
          </a:xfrm>
        </p:spPr>
        <p:txBody>
          <a:bodyPr/>
          <a:lstStyle>
            <a:lvl1pPr>
              <a:defRPr sz="1422"/>
            </a:lvl1pPr>
            <a:lvl2pPr>
              <a:defRPr sz="1244"/>
            </a:lvl2pPr>
            <a:lvl3pPr>
              <a:defRPr sz="1067"/>
            </a:lvl3pPr>
            <a:lvl4pPr>
              <a:defRPr sz="889"/>
            </a:lvl4pPr>
            <a:lvl5pPr>
              <a:defRPr sz="889"/>
            </a:lvl5pPr>
            <a:lvl6pPr>
              <a:defRPr sz="889"/>
            </a:lvl6pPr>
            <a:lvl7pPr>
              <a:defRPr sz="889"/>
            </a:lvl7pPr>
            <a:lvl8pPr>
              <a:defRPr sz="889"/>
            </a:lvl8pPr>
            <a:lvl9pPr>
              <a:defRPr sz="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3" y="914401"/>
            <a:ext cx="1474589" cy="1694039"/>
          </a:xfrm>
        </p:spPr>
        <p:txBody>
          <a:bodyPr/>
          <a:lstStyle>
            <a:lvl1pPr marL="0" indent="0">
              <a:buNone/>
              <a:defRPr sz="711"/>
            </a:lvl1pPr>
            <a:lvl2pPr marL="203180" indent="0">
              <a:buNone/>
              <a:defRPr sz="622"/>
            </a:lvl2pPr>
            <a:lvl3pPr marL="406359" indent="0">
              <a:buNone/>
              <a:defRPr sz="533"/>
            </a:lvl3pPr>
            <a:lvl4pPr marL="609539" indent="0">
              <a:buNone/>
              <a:defRPr sz="444"/>
            </a:lvl4pPr>
            <a:lvl5pPr marL="812719" indent="0">
              <a:buNone/>
              <a:defRPr sz="444"/>
            </a:lvl5pPr>
            <a:lvl6pPr marL="1015898" indent="0">
              <a:buNone/>
              <a:defRPr sz="444"/>
            </a:lvl6pPr>
            <a:lvl7pPr marL="1219078" indent="0">
              <a:buNone/>
              <a:defRPr sz="444"/>
            </a:lvl7pPr>
            <a:lvl8pPr marL="1422258" indent="0">
              <a:buNone/>
              <a:defRPr sz="444"/>
            </a:lvl8pPr>
            <a:lvl9pPr marL="1625437" indent="0">
              <a:buNone/>
              <a:defRPr sz="4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0431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3" y="203200"/>
            <a:ext cx="1474589" cy="711200"/>
          </a:xfrm>
        </p:spPr>
        <p:txBody>
          <a:bodyPr anchor="b"/>
          <a:lstStyle>
            <a:lvl1pPr>
              <a:defRPr sz="14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438856"/>
            <a:ext cx="2314575" cy="2166056"/>
          </a:xfrm>
        </p:spPr>
        <p:txBody>
          <a:bodyPr anchor="t"/>
          <a:lstStyle>
            <a:lvl1pPr marL="0" indent="0">
              <a:buNone/>
              <a:defRPr sz="1422"/>
            </a:lvl1pPr>
            <a:lvl2pPr marL="203180" indent="0">
              <a:buNone/>
              <a:defRPr sz="1244"/>
            </a:lvl2pPr>
            <a:lvl3pPr marL="406359" indent="0">
              <a:buNone/>
              <a:defRPr sz="1067"/>
            </a:lvl3pPr>
            <a:lvl4pPr marL="609539" indent="0">
              <a:buNone/>
              <a:defRPr sz="889"/>
            </a:lvl4pPr>
            <a:lvl5pPr marL="812719" indent="0">
              <a:buNone/>
              <a:defRPr sz="889"/>
            </a:lvl5pPr>
            <a:lvl6pPr marL="1015898" indent="0">
              <a:buNone/>
              <a:defRPr sz="889"/>
            </a:lvl6pPr>
            <a:lvl7pPr marL="1219078" indent="0">
              <a:buNone/>
              <a:defRPr sz="889"/>
            </a:lvl7pPr>
            <a:lvl8pPr marL="1422258" indent="0">
              <a:buNone/>
              <a:defRPr sz="889"/>
            </a:lvl8pPr>
            <a:lvl9pPr marL="1625437" indent="0">
              <a:buNone/>
              <a:defRPr sz="88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3" y="914401"/>
            <a:ext cx="1474589" cy="1694039"/>
          </a:xfrm>
        </p:spPr>
        <p:txBody>
          <a:bodyPr/>
          <a:lstStyle>
            <a:lvl1pPr marL="0" indent="0">
              <a:buNone/>
              <a:defRPr sz="711"/>
            </a:lvl1pPr>
            <a:lvl2pPr marL="203180" indent="0">
              <a:buNone/>
              <a:defRPr sz="622"/>
            </a:lvl2pPr>
            <a:lvl3pPr marL="406359" indent="0">
              <a:buNone/>
              <a:defRPr sz="533"/>
            </a:lvl3pPr>
            <a:lvl4pPr marL="609539" indent="0">
              <a:buNone/>
              <a:defRPr sz="444"/>
            </a:lvl4pPr>
            <a:lvl5pPr marL="812719" indent="0">
              <a:buNone/>
              <a:defRPr sz="444"/>
            </a:lvl5pPr>
            <a:lvl6pPr marL="1015898" indent="0">
              <a:buNone/>
              <a:defRPr sz="444"/>
            </a:lvl6pPr>
            <a:lvl7pPr marL="1219078" indent="0">
              <a:buNone/>
              <a:defRPr sz="444"/>
            </a:lvl7pPr>
            <a:lvl8pPr marL="1422258" indent="0">
              <a:buNone/>
              <a:defRPr sz="444"/>
            </a:lvl8pPr>
            <a:lvl9pPr marL="1625437" indent="0">
              <a:buNone/>
              <a:defRPr sz="4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6199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31602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40" y="162279"/>
            <a:ext cx="985838" cy="25830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7" y="162279"/>
            <a:ext cx="2900363" cy="25830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59054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162280"/>
            <a:ext cx="3943350" cy="589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811389"/>
            <a:ext cx="3943350" cy="1933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2825046"/>
            <a:ext cx="1028700" cy="1622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2825046"/>
            <a:ext cx="1543050" cy="1622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2825046"/>
            <a:ext cx="1028700" cy="1622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43291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06359" rtl="0" eaLnBrk="1" latinLnBrk="0" hangingPunct="1">
        <a:lnSpc>
          <a:spcPct val="90000"/>
        </a:lnSpc>
        <a:spcBef>
          <a:spcPct val="0"/>
        </a:spcBef>
        <a:buNone/>
        <a:defRPr sz="19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1590" indent="-101590" algn="l" defTabSz="406359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244" kern="1200">
          <a:solidFill>
            <a:schemeClr val="tx1"/>
          </a:solidFill>
          <a:latin typeface="+mn-lt"/>
          <a:ea typeface="+mn-ea"/>
          <a:cs typeface="+mn-cs"/>
        </a:defRPr>
      </a:lvl1pPr>
      <a:lvl2pPr marL="304770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2pPr>
      <a:lvl3pPr marL="507949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89" kern="1200">
          <a:solidFill>
            <a:schemeClr val="tx1"/>
          </a:solidFill>
          <a:latin typeface="+mn-lt"/>
          <a:ea typeface="+mn-ea"/>
          <a:cs typeface="+mn-cs"/>
        </a:defRPr>
      </a:lvl3pPr>
      <a:lvl4pPr marL="711129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09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7488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320668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523848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727027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203180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406359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09539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812719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15898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219078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258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625437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632986F5-F442-0F89-C91C-356012685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86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08271-08A4-4B97-79DB-36D31A937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D9C2280F-2CBC-96D6-8867-98221A80F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632986F5-F442-0F89-C91C-356012685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EEB4A34-4813-8107-E073-E4629C1683CC}"/>
              </a:ext>
            </a:extLst>
          </p:cNvPr>
          <p:cNvSpPr/>
          <p:nvPr/>
        </p:nvSpPr>
        <p:spPr>
          <a:xfrm>
            <a:off x="4286250" y="0"/>
            <a:ext cx="285750" cy="304800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endParaRPr lang="en-SE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FF4B23-42DF-DB20-35D8-8CB9CB46AEFF}"/>
              </a:ext>
            </a:extLst>
          </p:cNvPr>
          <p:cNvGrpSpPr/>
          <p:nvPr/>
        </p:nvGrpSpPr>
        <p:grpSpPr>
          <a:xfrm>
            <a:off x="653082" y="425450"/>
            <a:ext cx="953468" cy="952500"/>
            <a:chOff x="4410075" y="1238250"/>
            <a:chExt cx="953468" cy="9525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CCBABCA-3322-DB29-E531-EB150F7E3893}"/>
                </a:ext>
              </a:extLst>
            </p:cNvPr>
            <p:cNvSpPr/>
            <p:nvPr/>
          </p:nvSpPr>
          <p:spPr>
            <a:xfrm>
              <a:off x="4410075" y="1238250"/>
              <a:ext cx="952500" cy="9525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6" name="Star: 5 Points 5">
              <a:extLst>
                <a:ext uri="{FF2B5EF4-FFF2-40B4-BE49-F238E27FC236}">
                  <a16:creationId xmlns:a16="http://schemas.microsoft.com/office/drawing/2014/main" id="{A779330B-1904-7259-D6F1-20B6BFFC0F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65441" y="2026850"/>
              <a:ext cx="50400" cy="50400"/>
            </a:xfrm>
            <a:prstGeom prst="star5">
              <a:avLst/>
            </a:prstGeom>
            <a:solidFill>
              <a:srgbClr val="F4E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76DFFB6-2718-21C0-0D7E-B9A522561064}"/>
                </a:ext>
              </a:extLst>
            </p:cNvPr>
            <p:cNvSpPr/>
            <p:nvPr/>
          </p:nvSpPr>
          <p:spPr>
            <a:xfrm>
              <a:off x="4454222" y="1282500"/>
              <a:ext cx="864000" cy="864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8" name="Star: 5 Points 7">
              <a:extLst>
                <a:ext uri="{FF2B5EF4-FFF2-40B4-BE49-F238E27FC236}">
                  <a16:creationId xmlns:a16="http://schemas.microsoft.com/office/drawing/2014/main" id="{76955530-2BE1-69B4-075C-83FE7F6D09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8919" y="2121300"/>
              <a:ext cx="50400" cy="50400"/>
            </a:xfrm>
            <a:prstGeom prst="star5">
              <a:avLst/>
            </a:prstGeom>
            <a:solidFill>
              <a:srgbClr val="F4E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9" name="Star: 5 Points 8">
              <a:extLst>
                <a:ext uri="{FF2B5EF4-FFF2-40B4-BE49-F238E27FC236}">
                  <a16:creationId xmlns:a16="http://schemas.microsoft.com/office/drawing/2014/main" id="{4F211577-EE3A-E802-F3DA-B738BF7406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84651" y="2008100"/>
              <a:ext cx="50400" cy="50400"/>
            </a:xfrm>
            <a:prstGeom prst="star5">
              <a:avLst/>
            </a:prstGeom>
            <a:solidFill>
              <a:srgbClr val="F4E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10" name="Star: 5 Points 9">
              <a:extLst>
                <a:ext uri="{FF2B5EF4-FFF2-40B4-BE49-F238E27FC236}">
                  <a16:creationId xmlns:a16="http://schemas.microsoft.com/office/drawing/2014/main" id="{4DA901C7-FA40-9851-91EE-E29821E176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47381" y="1474949"/>
              <a:ext cx="50400" cy="50400"/>
            </a:xfrm>
            <a:prstGeom prst="star5">
              <a:avLst/>
            </a:prstGeom>
            <a:solidFill>
              <a:srgbClr val="F4E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893BE86-955A-5395-25DD-0641F357DB0E}"/>
                </a:ext>
              </a:extLst>
            </p:cNvPr>
            <p:cNvSpPr/>
            <p:nvPr/>
          </p:nvSpPr>
          <p:spPr>
            <a:xfrm>
              <a:off x="4539462" y="1533450"/>
              <a:ext cx="518400" cy="518400"/>
            </a:xfrm>
            <a:prstGeom prst="ellipse">
              <a:avLst/>
            </a:prstGeom>
            <a:solidFill>
              <a:srgbClr val="B4CBD5"/>
            </a:solidFill>
            <a:ln>
              <a:solidFill>
                <a:srgbClr val="B4CB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E5EE037-22A5-C5E9-7965-C0ED12F3BE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96793" y="1336048"/>
              <a:ext cx="666750" cy="6667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13" name="Star: 5 Points 12">
              <a:extLst>
                <a:ext uri="{FF2B5EF4-FFF2-40B4-BE49-F238E27FC236}">
                  <a16:creationId xmlns:a16="http://schemas.microsoft.com/office/drawing/2014/main" id="{AB6D7658-284F-E7BE-17F4-B4D9BCD9C1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36994" y="1336048"/>
              <a:ext cx="63000" cy="63000"/>
            </a:xfrm>
            <a:prstGeom prst="star5">
              <a:avLst/>
            </a:prstGeom>
            <a:solidFill>
              <a:srgbClr val="F4E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7A151D3A-0679-D605-4111-57ECCD18698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48028" y="1333700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08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B1839-0E9F-307A-F336-B2A1ACFD7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4AA93F65-2201-2D6D-8FAA-A12765267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9E23A2A-0B3A-46CA-4146-F61419F78A8E}"/>
              </a:ext>
            </a:extLst>
          </p:cNvPr>
          <p:cNvSpPr/>
          <p:nvPr/>
        </p:nvSpPr>
        <p:spPr>
          <a:xfrm>
            <a:off x="4286250" y="0"/>
            <a:ext cx="285750" cy="304800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endParaRPr lang="en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136DC-3311-4C73-99B8-00B804D91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" y="190"/>
            <a:ext cx="4571429" cy="304761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4A28AF-C7A7-88B2-16B3-98E9EC04CB70}"/>
              </a:ext>
            </a:extLst>
          </p:cNvPr>
          <p:cNvSpPr/>
          <p:nvPr/>
        </p:nvSpPr>
        <p:spPr>
          <a:xfrm>
            <a:off x="1363363" y="1912143"/>
            <a:ext cx="2370437" cy="65882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EC152B-BA25-9F7A-F5CC-B8EA15686A97}"/>
              </a:ext>
            </a:extLst>
          </p:cNvPr>
          <p:cNvSpPr/>
          <p:nvPr/>
        </p:nvSpPr>
        <p:spPr>
          <a:xfrm>
            <a:off x="1363363" y="2061368"/>
            <a:ext cx="2370437" cy="65882"/>
          </a:xfrm>
          <a:prstGeom prst="roundRect">
            <a:avLst>
              <a:gd name="adj" fmla="val 50000"/>
            </a:avLst>
          </a:prstGeom>
          <a:solidFill>
            <a:srgbClr val="666666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451EA5-D820-3BA8-28DF-2947C75E4986}"/>
              </a:ext>
            </a:extLst>
          </p:cNvPr>
          <p:cNvSpPr/>
          <p:nvPr/>
        </p:nvSpPr>
        <p:spPr>
          <a:xfrm>
            <a:off x="1477663" y="1334293"/>
            <a:ext cx="2428875" cy="65882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56544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632986F5-F442-0F89-C91C-356012685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  <p:pic>
        <p:nvPicPr>
          <p:cNvPr id="4" name="Picture 3" descr="A circle with a rainbow colored circle&#10;&#10;Description automatically generated with medium confidence">
            <a:extLst>
              <a:ext uri="{FF2B5EF4-FFF2-40B4-BE49-F238E27FC236}">
                <a16:creationId xmlns:a16="http://schemas.microsoft.com/office/drawing/2014/main" id="{EB3B1E87-E17C-0D6D-A107-8551E689D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366" y="752446"/>
            <a:ext cx="1905266" cy="1905266"/>
          </a:xfrm>
          <a:prstGeom prst="rect">
            <a:avLst/>
          </a:prstGeom>
        </p:spPr>
      </p:pic>
      <p:pic>
        <p:nvPicPr>
          <p:cNvPr id="6" name="Picture 5" descr="A yellow and white gradient&#10;&#10;Description automatically generated">
            <a:extLst>
              <a:ext uri="{FF2B5EF4-FFF2-40B4-BE49-F238E27FC236}">
                <a16:creationId xmlns:a16="http://schemas.microsoft.com/office/drawing/2014/main" id="{A048324D-CEAA-4B79-887F-04F2E4407F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850" y="585892"/>
            <a:ext cx="809625" cy="2238375"/>
          </a:xfrm>
          <a:prstGeom prst="rect">
            <a:avLst/>
          </a:prstGeom>
        </p:spPr>
      </p:pic>
      <p:pic>
        <p:nvPicPr>
          <p:cNvPr id="8" name="Picture 7" descr="A blue and white background&#10;&#10;Description automatically generated">
            <a:extLst>
              <a:ext uri="{FF2B5EF4-FFF2-40B4-BE49-F238E27FC236}">
                <a16:creationId xmlns:a16="http://schemas.microsoft.com/office/drawing/2014/main" id="{3B7B90AC-37C5-0824-FC54-7361D43AE2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06" y="585892"/>
            <a:ext cx="809738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7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8E6E834B-2239-3616-44F3-8EC913450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AA2A801-457E-87BC-3B72-3221D54F8E42}"/>
              </a:ext>
            </a:extLst>
          </p:cNvPr>
          <p:cNvSpPr/>
          <p:nvPr/>
        </p:nvSpPr>
        <p:spPr>
          <a:xfrm>
            <a:off x="161925" y="4286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DB2494-D161-11FB-FEF7-ED748EE3D1BC}"/>
              </a:ext>
            </a:extLst>
          </p:cNvPr>
          <p:cNvSpPr/>
          <p:nvPr/>
        </p:nvSpPr>
        <p:spPr>
          <a:xfrm>
            <a:off x="1181100" y="4286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CC58E7-7282-FD56-E454-66C5E99F52F2}"/>
              </a:ext>
            </a:extLst>
          </p:cNvPr>
          <p:cNvSpPr/>
          <p:nvPr/>
        </p:nvSpPr>
        <p:spPr>
          <a:xfrm>
            <a:off x="2200275" y="4286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405F33-FD0F-47B3-2587-54459381EDD9}"/>
              </a:ext>
            </a:extLst>
          </p:cNvPr>
          <p:cNvSpPr/>
          <p:nvPr/>
        </p:nvSpPr>
        <p:spPr>
          <a:xfrm>
            <a:off x="3219450" y="4286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FC7E33-D819-6F1F-C512-78769358B8F7}"/>
              </a:ext>
            </a:extLst>
          </p:cNvPr>
          <p:cNvSpPr/>
          <p:nvPr/>
        </p:nvSpPr>
        <p:spPr>
          <a:xfrm>
            <a:off x="161925" y="1676400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BEB1FCC-0605-CCB8-FCC2-F243BE81FE92}"/>
              </a:ext>
            </a:extLst>
          </p:cNvPr>
          <p:cNvSpPr/>
          <p:nvPr/>
        </p:nvSpPr>
        <p:spPr>
          <a:xfrm>
            <a:off x="1181100" y="1676400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D39C582-2955-B913-1E03-89D3A3C1A1C7}"/>
              </a:ext>
            </a:extLst>
          </p:cNvPr>
          <p:cNvSpPr/>
          <p:nvPr/>
        </p:nvSpPr>
        <p:spPr>
          <a:xfrm>
            <a:off x="2200275" y="1676400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CF83176-637F-0E98-B9D6-2E62DA2474F1}"/>
              </a:ext>
            </a:extLst>
          </p:cNvPr>
          <p:cNvSpPr/>
          <p:nvPr/>
        </p:nvSpPr>
        <p:spPr>
          <a:xfrm>
            <a:off x="3219450" y="1676400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78264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8E6E834B-2239-3616-44F3-8EC913450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AA2A801-457E-87BC-3B72-3221D54F8E42}"/>
              </a:ext>
            </a:extLst>
          </p:cNvPr>
          <p:cNvSpPr/>
          <p:nvPr/>
        </p:nvSpPr>
        <p:spPr>
          <a:xfrm>
            <a:off x="161925" y="4286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DB2494-D161-11FB-FEF7-ED748EE3D1BC}"/>
              </a:ext>
            </a:extLst>
          </p:cNvPr>
          <p:cNvSpPr/>
          <p:nvPr/>
        </p:nvSpPr>
        <p:spPr>
          <a:xfrm>
            <a:off x="1181100" y="4286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CC58E7-7282-FD56-E454-66C5E99F52F2}"/>
              </a:ext>
            </a:extLst>
          </p:cNvPr>
          <p:cNvSpPr/>
          <p:nvPr/>
        </p:nvSpPr>
        <p:spPr>
          <a:xfrm>
            <a:off x="2200275" y="4286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405F33-FD0F-47B3-2587-54459381EDD9}"/>
              </a:ext>
            </a:extLst>
          </p:cNvPr>
          <p:cNvSpPr/>
          <p:nvPr/>
        </p:nvSpPr>
        <p:spPr>
          <a:xfrm>
            <a:off x="3219450" y="4286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FC7E33-D819-6F1F-C512-78769358B8F7}"/>
              </a:ext>
            </a:extLst>
          </p:cNvPr>
          <p:cNvSpPr/>
          <p:nvPr/>
        </p:nvSpPr>
        <p:spPr>
          <a:xfrm>
            <a:off x="161925" y="1676400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BEB1FCC-0605-CCB8-FCC2-F243BE81FE92}"/>
              </a:ext>
            </a:extLst>
          </p:cNvPr>
          <p:cNvSpPr/>
          <p:nvPr/>
        </p:nvSpPr>
        <p:spPr>
          <a:xfrm>
            <a:off x="1181100" y="1676400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D39C582-2955-B913-1E03-89D3A3C1A1C7}"/>
              </a:ext>
            </a:extLst>
          </p:cNvPr>
          <p:cNvSpPr/>
          <p:nvPr/>
        </p:nvSpPr>
        <p:spPr>
          <a:xfrm>
            <a:off x="2200275" y="1676400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CF83176-637F-0E98-B9D6-2E62DA2474F1}"/>
              </a:ext>
            </a:extLst>
          </p:cNvPr>
          <p:cNvSpPr/>
          <p:nvPr/>
        </p:nvSpPr>
        <p:spPr>
          <a:xfrm>
            <a:off x="3219450" y="1676400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81644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254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Edward Firmo</dc:creator>
  <cp:lastModifiedBy>Edward Firmo</cp:lastModifiedBy>
  <cp:revision>2</cp:revision>
  <dcterms:created xsi:type="dcterms:W3CDTF">2023-12-16T10:47:37Z</dcterms:created>
  <dcterms:modified xsi:type="dcterms:W3CDTF">2026-04-05T11:24:37Z</dcterms:modified>
</cp:coreProperties>
</file>